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四半期レビュー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要旨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結論: 計画どおり</a:t>
            </a:r>
          </a:p>
          <a:p>
            <a:pPr lvl="0"/>
            <a:r>
              <a:rPr/>
              <a:t>お願い: 予算の前倒し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進捗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実装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進行中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次の一手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来月までに検証を終える。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四半期レビュー</dc:title>
  <dc:creator/>
  <cp:keywords/>
  <dcterms:created xsi:type="dcterms:W3CDTF">2026-10-31T11:44:29Z</dcterms:created>
  <dcterms:modified xsi:type="dcterms:W3CDTF">2026-10-31T11:44:29Z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